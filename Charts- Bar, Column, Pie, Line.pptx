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836D4-FAEC-4D5E-A327-F2FCBE65E577}" v="18" dt="2026-07-27T15:45:25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M" userId="931fd500c34387f7" providerId="LiveId" clId="{7DD4CEE4-F9BF-4D0F-AF85-213FF3415985}"/>
    <pc:docChg chg="undo custSel addSld modSld">
      <pc:chgData name="Keerthi M" userId="931fd500c34387f7" providerId="LiveId" clId="{7DD4CEE4-F9BF-4D0F-AF85-213FF3415985}" dt="2026-07-28T06:12:21.747" v="689" actId="20577"/>
      <pc:docMkLst>
        <pc:docMk/>
      </pc:docMkLst>
      <pc:sldChg chg="modSp mod">
        <pc:chgData name="Keerthi M" userId="931fd500c34387f7" providerId="LiveId" clId="{7DD4CEE4-F9BF-4D0F-AF85-213FF3415985}" dt="2026-07-28T06:12:21.747" v="689" actId="20577"/>
        <pc:sldMkLst>
          <pc:docMk/>
          <pc:sldMk cId="1696487037" sldId="258"/>
        </pc:sldMkLst>
        <pc:graphicFrameChg chg="modGraphic">
          <ac:chgData name="Keerthi M" userId="931fd500c34387f7" providerId="LiveId" clId="{7DD4CEE4-F9BF-4D0F-AF85-213FF3415985}" dt="2026-07-28T06:12:21.747" v="689" actId="20577"/>
          <ac:graphicFrameMkLst>
            <pc:docMk/>
            <pc:sldMk cId="1696487037" sldId="258"/>
            <ac:graphicFrameMk id="6" creationId="{446A5FF8-3123-79B5-8E78-9543FDE5CE04}"/>
          </ac:graphicFrameMkLst>
        </pc:graphicFrameChg>
      </pc:sldChg>
      <pc:sldChg chg="modSp mod">
        <pc:chgData name="Keerthi M" userId="931fd500c34387f7" providerId="LiveId" clId="{7DD4CEE4-F9BF-4D0F-AF85-213FF3415985}" dt="2026-07-27T15:46:22.722" v="675" actId="113"/>
        <pc:sldMkLst>
          <pc:docMk/>
          <pc:sldMk cId="1653153006" sldId="260"/>
        </pc:sldMkLst>
        <pc:spChg chg="mod">
          <ac:chgData name="Keerthi M" userId="931fd500c34387f7" providerId="LiveId" clId="{7DD4CEE4-F9BF-4D0F-AF85-213FF3415985}" dt="2026-07-27T15:46:22.722" v="675" actId="113"/>
          <ac:spMkLst>
            <pc:docMk/>
            <pc:sldMk cId="1653153006" sldId="260"/>
            <ac:spMk id="3" creationId="{2B081F87-D041-E61A-4284-0530D39CEEBF}"/>
          </ac:spMkLst>
        </pc:spChg>
      </pc:sldChg>
      <pc:sldChg chg="addSp delSp modSp new mod">
        <pc:chgData name="Keerthi M" userId="931fd500c34387f7" providerId="LiveId" clId="{7DD4CEE4-F9BF-4D0F-AF85-213FF3415985}" dt="2026-07-27T15:16:52.232" v="5" actId="1076"/>
        <pc:sldMkLst>
          <pc:docMk/>
          <pc:sldMk cId="2311344360" sldId="262"/>
        </pc:sldMkLst>
        <pc:spChg chg="del">
          <ac:chgData name="Keerthi M" userId="931fd500c34387f7" providerId="LiveId" clId="{7DD4CEE4-F9BF-4D0F-AF85-213FF3415985}" dt="2026-07-27T15:16:43.861" v="1" actId="478"/>
          <ac:spMkLst>
            <pc:docMk/>
            <pc:sldMk cId="2311344360" sldId="262"/>
            <ac:spMk id="2" creationId="{2298A7C1-A926-C874-5E1C-FB2B9CA0511D}"/>
          </ac:spMkLst>
        </pc:spChg>
        <pc:spChg chg="del">
          <ac:chgData name="Keerthi M" userId="931fd500c34387f7" providerId="LiveId" clId="{7DD4CEE4-F9BF-4D0F-AF85-213FF3415985}" dt="2026-07-27T15:16:45.841" v="3"/>
          <ac:spMkLst>
            <pc:docMk/>
            <pc:sldMk cId="2311344360" sldId="262"/>
            <ac:spMk id="3" creationId="{8C1DC50A-5EB3-E1AD-3530-F22D322D6047}"/>
          </ac:spMkLst>
        </pc:spChg>
        <pc:graphicFrameChg chg="add mod">
          <ac:chgData name="Keerthi M" userId="931fd500c34387f7" providerId="LiveId" clId="{7DD4CEE4-F9BF-4D0F-AF85-213FF3415985}" dt="2026-07-27T15:16:52.232" v="5" actId="1076"/>
          <ac:graphicFrameMkLst>
            <pc:docMk/>
            <pc:sldMk cId="2311344360" sldId="262"/>
            <ac:graphicFrameMk id="4" creationId="{5BC21B95-43E6-1D08-1C61-F76FC3D5E053}"/>
          </ac:graphicFrameMkLst>
        </pc:graphicFrameChg>
      </pc:sldChg>
      <pc:sldChg chg="modSp new mod">
        <pc:chgData name="Keerthi M" userId="931fd500c34387f7" providerId="LiveId" clId="{7DD4CEE4-F9BF-4D0F-AF85-213FF3415985}" dt="2026-07-27T15:22:57.510" v="148" actId="2711"/>
        <pc:sldMkLst>
          <pc:docMk/>
          <pc:sldMk cId="129847583" sldId="263"/>
        </pc:sldMkLst>
        <pc:spChg chg="mod">
          <ac:chgData name="Keerthi M" userId="931fd500c34387f7" providerId="LiveId" clId="{7DD4CEE4-F9BF-4D0F-AF85-213FF3415985}" dt="2026-07-27T15:21:41.537" v="117" actId="1076"/>
          <ac:spMkLst>
            <pc:docMk/>
            <pc:sldMk cId="129847583" sldId="263"/>
            <ac:spMk id="2" creationId="{A34386B2-7529-0015-1A20-407896B8B37E}"/>
          </ac:spMkLst>
        </pc:spChg>
        <pc:spChg chg="mod">
          <ac:chgData name="Keerthi M" userId="931fd500c34387f7" providerId="LiveId" clId="{7DD4CEE4-F9BF-4D0F-AF85-213FF3415985}" dt="2026-07-27T15:22:57.510" v="148" actId="2711"/>
          <ac:spMkLst>
            <pc:docMk/>
            <pc:sldMk cId="129847583" sldId="263"/>
            <ac:spMk id="3" creationId="{02BF5220-5AA2-FA4A-9D54-575AA9CDA6CC}"/>
          </ac:spMkLst>
        </pc:spChg>
      </pc:sldChg>
      <pc:sldChg chg="addSp modSp new mod">
        <pc:chgData name="Keerthi M" userId="931fd500c34387f7" providerId="LiveId" clId="{7DD4CEE4-F9BF-4D0F-AF85-213FF3415985}" dt="2026-07-27T15:28:08.714" v="230" actId="2711"/>
        <pc:sldMkLst>
          <pc:docMk/>
          <pc:sldMk cId="2807045177" sldId="264"/>
        </pc:sldMkLst>
        <pc:spChg chg="mod">
          <ac:chgData name="Keerthi M" userId="931fd500c34387f7" providerId="LiveId" clId="{7DD4CEE4-F9BF-4D0F-AF85-213FF3415985}" dt="2026-07-27T15:24:14.794" v="163" actId="14100"/>
          <ac:spMkLst>
            <pc:docMk/>
            <pc:sldMk cId="2807045177" sldId="264"/>
            <ac:spMk id="2" creationId="{B33FBFC0-8568-21F1-2889-8E97C6E237B3}"/>
          </ac:spMkLst>
        </pc:spChg>
        <pc:spChg chg="mod">
          <ac:chgData name="Keerthi M" userId="931fd500c34387f7" providerId="LiveId" clId="{7DD4CEE4-F9BF-4D0F-AF85-213FF3415985}" dt="2026-07-27T15:26:33.327" v="181" actId="5793"/>
          <ac:spMkLst>
            <pc:docMk/>
            <pc:sldMk cId="2807045177" sldId="264"/>
            <ac:spMk id="3" creationId="{34E27642-51E3-234F-831E-1A471DA8E0B1}"/>
          </ac:spMkLst>
        </pc:spChg>
        <pc:graphicFrameChg chg="add mod modGraphic">
          <ac:chgData name="Keerthi M" userId="931fd500c34387f7" providerId="LiveId" clId="{7DD4CEE4-F9BF-4D0F-AF85-213FF3415985}" dt="2026-07-27T15:28:08.714" v="230" actId="2711"/>
          <ac:graphicFrameMkLst>
            <pc:docMk/>
            <pc:sldMk cId="2807045177" sldId="264"/>
            <ac:graphicFrameMk id="4" creationId="{471FBF54-32C2-F595-B4D9-A0BAD1A5BE65}"/>
          </ac:graphicFrameMkLst>
        </pc:graphicFrameChg>
      </pc:sldChg>
      <pc:sldChg chg="addSp delSp modSp new mod">
        <pc:chgData name="Keerthi M" userId="931fd500c34387f7" providerId="LiveId" clId="{7DD4CEE4-F9BF-4D0F-AF85-213FF3415985}" dt="2026-07-27T15:29:51.810" v="235" actId="1076"/>
        <pc:sldMkLst>
          <pc:docMk/>
          <pc:sldMk cId="3410942602" sldId="265"/>
        </pc:sldMkLst>
        <pc:spChg chg="del">
          <ac:chgData name="Keerthi M" userId="931fd500c34387f7" providerId="LiveId" clId="{7DD4CEE4-F9BF-4D0F-AF85-213FF3415985}" dt="2026-07-27T15:29:48.275" v="234" actId="478"/>
          <ac:spMkLst>
            <pc:docMk/>
            <pc:sldMk cId="3410942602" sldId="265"/>
            <ac:spMk id="2" creationId="{4E24A7EC-8413-A8FF-934E-8C86FC75ADD3}"/>
          </ac:spMkLst>
        </pc:spChg>
        <pc:spChg chg="del">
          <ac:chgData name="Keerthi M" userId="931fd500c34387f7" providerId="LiveId" clId="{7DD4CEE4-F9BF-4D0F-AF85-213FF3415985}" dt="2026-07-27T15:29:45.058" v="233"/>
          <ac:spMkLst>
            <pc:docMk/>
            <pc:sldMk cId="3410942602" sldId="265"/>
            <ac:spMk id="3" creationId="{8CD626DE-D1E2-F3FF-AE03-5D36759EB84D}"/>
          </ac:spMkLst>
        </pc:spChg>
        <pc:graphicFrameChg chg="add mod">
          <ac:chgData name="Keerthi M" userId="931fd500c34387f7" providerId="LiveId" clId="{7DD4CEE4-F9BF-4D0F-AF85-213FF3415985}" dt="2026-07-27T15:29:51.810" v="235" actId="1076"/>
          <ac:graphicFrameMkLst>
            <pc:docMk/>
            <pc:sldMk cId="3410942602" sldId="265"/>
            <ac:graphicFrameMk id="4" creationId="{210377E5-A82E-844C-8008-03F503624B31}"/>
          </ac:graphicFrameMkLst>
        </pc:graphicFrameChg>
      </pc:sldChg>
      <pc:sldChg chg="modSp new mod">
        <pc:chgData name="Keerthi M" userId="931fd500c34387f7" providerId="LiveId" clId="{7DD4CEE4-F9BF-4D0F-AF85-213FF3415985}" dt="2026-07-27T15:34:51.442" v="388" actId="5793"/>
        <pc:sldMkLst>
          <pc:docMk/>
          <pc:sldMk cId="3565667915" sldId="266"/>
        </pc:sldMkLst>
        <pc:spChg chg="mod">
          <ac:chgData name="Keerthi M" userId="931fd500c34387f7" providerId="LiveId" clId="{7DD4CEE4-F9BF-4D0F-AF85-213FF3415985}" dt="2026-07-27T15:30:24.567" v="271" actId="14100"/>
          <ac:spMkLst>
            <pc:docMk/>
            <pc:sldMk cId="3565667915" sldId="266"/>
            <ac:spMk id="2" creationId="{736BCA74-2CF2-11D9-4E09-11D9DD796BFC}"/>
          </ac:spMkLst>
        </pc:spChg>
        <pc:spChg chg="mod">
          <ac:chgData name="Keerthi M" userId="931fd500c34387f7" providerId="LiveId" clId="{7DD4CEE4-F9BF-4D0F-AF85-213FF3415985}" dt="2026-07-27T15:34:51.442" v="388" actId="5793"/>
          <ac:spMkLst>
            <pc:docMk/>
            <pc:sldMk cId="3565667915" sldId="266"/>
            <ac:spMk id="3" creationId="{710AEEF0-D9C3-28E7-A14F-00A5C1AECEDC}"/>
          </ac:spMkLst>
        </pc:spChg>
      </pc:sldChg>
      <pc:sldChg chg="addSp modSp new mod">
        <pc:chgData name="Keerthi M" userId="931fd500c34387f7" providerId="LiveId" clId="{7DD4CEE4-F9BF-4D0F-AF85-213FF3415985}" dt="2026-07-27T15:46:45.093" v="676" actId="2711"/>
        <pc:sldMkLst>
          <pc:docMk/>
          <pc:sldMk cId="1917473068" sldId="267"/>
        </pc:sldMkLst>
        <pc:spChg chg="mod">
          <ac:chgData name="Keerthi M" userId="931fd500c34387f7" providerId="LiveId" clId="{7DD4CEE4-F9BF-4D0F-AF85-213FF3415985}" dt="2026-07-27T15:35:34.208" v="405" actId="1076"/>
          <ac:spMkLst>
            <pc:docMk/>
            <pc:sldMk cId="1917473068" sldId="267"/>
            <ac:spMk id="2" creationId="{6A555934-DCB6-CB56-BD33-3E9AA5EF550E}"/>
          </ac:spMkLst>
        </pc:spChg>
        <pc:spChg chg="mod">
          <ac:chgData name="Keerthi M" userId="931fd500c34387f7" providerId="LiveId" clId="{7DD4CEE4-F9BF-4D0F-AF85-213FF3415985}" dt="2026-07-27T15:38:16.304" v="441" actId="20577"/>
          <ac:spMkLst>
            <pc:docMk/>
            <pc:sldMk cId="1917473068" sldId="267"/>
            <ac:spMk id="3" creationId="{5F252431-0C5F-DAC0-1164-665A960F00A0}"/>
          </ac:spMkLst>
        </pc:spChg>
        <pc:graphicFrameChg chg="add mod modGraphic">
          <ac:chgData name="Keerthi M" userId="931fd500c34387f7" providerId="LiveId" clId="{7DD4CEE4-F9BF-4D0F-AF85-213FF3415985}" dt="2026-07-27T15:46:45.093" v="676" actId="2711"/>
          <ac:graphicFrameMkLst>
            <pc:docMk/>
            <pc:sldMk cId="1917473068" sldId="267"/>
            <ac:graphicFrameMk id="4" creationId="{6C288217-335E-699D-25EB-2516A791C7AD}"/>
          </ac:graphicFrameMkLst>
        </pc:graphicFrameChg>
      </pc:sldChg>
      <pc:sldChg chg="addSp delSp modSp new mod">
        <pc:chgData name="Keerthi M" userId="931fd500c34387f7" providerId="LiveId" clId="{7DD4CEE4-F9BF-4D0F-AF85-213FF3415985}" dt="2026-07-27T15:41:59.831" v="514" actId="1076"/>
        <pc:sldMkLst>
          <pc:docMk/>
          <pc:sldMk cId="2136491164" sldId="268"/>
        </pc:sldMkLst>
        <pc:spChg chg="del">
          <ac:chgData name="Keerthi M" userId="931fd500c34387f7" providerId="LiveId" clId="{7DD4CEE4-F9BF-4D0F-AF85-213FF3415985}" dt="2026-07-27T15:41:56.111" v="513" actId="478"/>
          <ac:spMkLst>
            <pc:docMk/>
            <pc:sldMk cId="2136491164" sldId="268"/>
            <ac:spMk id="2" creationId="{64AC7126-8F31-8436-8511-581F03A302E8}"/>
          </ac:spMkLst>
        </pc:spChg>
        <pc:spChg chg="del">
          <ac:chgData name="Keerthi M" userId="931fd500c34387f7" providerId="LiveId" clId="{7DD4CEE4-F9BF-4D0F-AF85-213FF3415985}" dt="2026-07-27T15:41:48.467" v="510"/>
          <ac:spMkLst>
            <pc:docMk/>
            <pc:sldMk cId="2136491164" sldId="268"/>
            <ac:spMk id="3" creationId="{7BF69FE0-1A76-8558-69C2-08A9C13E2D97}"/>
          </ac:spMkLst>
        </pc:spChg>
        <pc:graphicFrameChg chg="add mod">
          <ac:chgData name="Keerthi M" userId="931fd500c34387f7" providerId="LiveId" clId="{7DD4CEE4-F9BF-4D0F-AF85-213FF3415985}" dt="2026-07-27T15:41:59.831" v="514" actId="1076"/>
          <ac:graphicFrameMkLst>
            <pc:docMk/>
            <pc:sldMk cId="2136491164" sldId="268"/>
            <ac:graphicFrameMk id="4" creationId="{E7D85638-DBD3-16C7-2A45-7585950A6107}"/>
          </ac:graphicFrameMkLst>
        </pc:graphicFrameChg>
      </pc:sldChg>
      <pc:sldChg chg="modSp new mod">
        <pc:chgData name="Keerthi M" userId="931fd500c34387f7" providerId="LiveId" clId="{7DD4CEE4-F9BF-4D0F-AF85-213FF3415985}" dt="2026-07-27T15:45:32.213" v="670" actId="20577"/>
        <pc:sldMkLst>
          <pc:docMk/>
          <pc:sldMk cId="3556433375" sldId="269"/>
        </pc:sldMkLst>
        <pc:spChg chg="mod">
          <ac:chgData name="Keerthi M" userId="931fd500c34387f7" providerId="LiveId" clId="{7DD4CEE4-F9BF-4D0F-AF85-213FF3415985}" dt="2026-07-27T15:42:37.457" v="548" actId="14100"/>
          <ac:spMkLst>
            <pc:docMk/>
            <pc:sldMk cId="3556433375" sldId="269"/>
            <ac:spMk id="2" creationId="{22854644-7F55-8FB1-B221-F00EB921C9A2}"/>
          </ac:spMkLst>
        </pc:spChg>
        <pc:spChg chg="mod">
          <ac:chgData name="Keerthi M" userId="931fd500c34387f7" providerId="LiveId" clId="{7DD4CEE4-F9BF-4D0F-AF85-213FF3415985}" dt="2026-07-27T15:45:32.213" v="670" actId="20577"/>
          <ac:spMkLst>
            <pc:docMk/>
            <pc:sldMk cId="3556433375" sldId="269"/>
            <ac:spMk id="3" creationId="{FE890BDE-B959-15E6-BD0D-2420CCCB783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RAHUL</c:v>
                </c:pt>
                <c:pt idx="1">
                  <c:v>ANU</c:v>
                </c:pt>
                <c:pt idx="2">
                  <c:v>JOHN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80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1E-44CF-A15A-555071E9C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19654815"/>
        <c:axId val="2019653375"/>
      </c:barChart>
      <c:catAx>
        <c:axId val="20196548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653375"/>
        <c:crosses val="autoZero"/>
        <c:auto val="1"/>
        <c:lblAlgn val="ctr"/>
        <c:lblOffset val="100"/>
        <c:noMultiLvlLbl val="0"/>
      </c:catAx>
      <c:valAx>
        <c:axId val="2019653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654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Sheet2!$B$2:$B$6</c:f>
              <c:numCache>
                <c:formatCode>General</c:formatCode>
                <c:ptCount val="5"/>
                <c:pt idx="0">
                  <c:v>5000</c:v>
                </c:pt>
                <c:pt idx="1">
                  <c:v>7000</c:v>
                </c:pt>
                <c:pt idx="2">
                  <c:v>8000</c:v>
                </c:pt>
                <c:pt idx="3">
                  <c:v>1500</c:v>
                </c:pt>
                <c:pt idx="4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43-4562-B9B3-78534F221F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7341231"/>
        <c:axId val="1997341711"/>
      </c:barChart>
      <c:catAx>
        <c:axId val="1997341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7341711"/>
        <c:crosses val="autoZero"/>
        <c:auto val="1"/>
        <c:lblAlgn val="ctr"/>
        <c:lblOffset val="100"/>
        <c:noMultiLvlLbl val="0"/>
      </c:catAx>
      <c:valAx>
        <c:axId val="1997341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7341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Sheet3!$B$1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34-4C4E-B495-EC34FAFA0EB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34-4C4E-B495-EC34FAFA0EB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34-4C4E-B495-EC34FAFA0EB3}"/>
              </c:ext>
            </c:extLst>
          </c:dPt>
          <c:cat>
            <c:strRef>
              <c:f>Sheet3!$A$2:$A$4</c:f>
              <c:strCache>
                <c:ptCount val="3"/>
                <c:pt idx="0">
                  <c:v>Pen</c:v>
                </c:pt>
                <c:pt idx="1">
                  <c:v>Pencil</c:v>
                </c:pt>
                <c:pt idx="2">
                  <c:v>paper</c:v>
                </c:pt>
              </c:strCache>
            </c:strRef>
          </c:cat>
          <c:val>
            <c:numRef>
              <c:f>Sheet3!$B$2:$B$4</c:f>
              <c:numCache>
                <c:formatCode>General</c:formatCode>
                <c:ptCount val="3"/>
                <c:pt idx="0">
                  <c:v>5000</c:v>
                </c:pt>
                <c:pt idx="1">
                  <c:v>3000</c:v>
                </c:pt>
                <c:pt idx="2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34-4C4E-B495-EC34FAFA0E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Sheet4!$A$2:$A$6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Sheet4!$B$2:$B$6</c:f>
              <c:numCache>
                <c:formatCode>General</c:formatCode>
                <c:ptCount val="5"/>
                <c:pt idx="0">
                  <c:v>5000</c:v>
                </c:pt>
                <c:pt idx="1">
                  <c:v>6000</c:v>
                </c:pt>
                <c:pt idx="2">
                  <c:v>2000</c:v>
                </c:pt>
                <c:pt idx="3">
                  <c:v>1500</c:v>
                </c:pt>
                <c:pt idx="4">
                  <c:v>8250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DC-450B-B4F9-A2CBE4489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5933695"/>
        <c:axId val="95934655"/>
      </c:lineChart>
      <c:catAx>
        <c:axId val="95933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4655"/>
        <c:crosses val="autoZero"/>
        <c:auto val="1"/>
        <c:lblAlgn val="ctr"/>
        <c:lblOffset val="100"/>
        <c:noMultiLvlLbl val="0"/>
      </c:catAx>
      <c:valAx>
        <c:axId val="9593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9336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0776-5879-7385-852B-32809C6B4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5C16B-0D05-9DB8-DCFB-1248C8E7B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4A63D-74B7-ABEC-D0E0-0CF727C9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54BD0-808D-241C-8D30-B042327D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C3885-E849-1A88-8257-9446F1B7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FCFB-0132-2F03-D689-6A266AC1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3046-E707-9474-F395-C8586050F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D3345-1E59-9A31-E90F-28D79400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56CA8-E748-E258-56B2-BAF653AA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4BF8B-3D83-A36B-1CC2-7318F735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A5DD-8F42-B387-3AE9-F8A26E27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576CF-81A2-3798-3C71-DC149B25A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7C296-D682-BFAE-4429-2A71B046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A92C5-FD60-3AF3-70F7-54A96CAE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DCFF1-E81A-33B3-293D-149BAF3E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89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8C17-327F-A13F-A108-5AC302AC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D024C-1E10-8E7A-88E0-D8A88294A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71304-B6C5-4BAC-0891-C76BF16F6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485A9-B13D-5BA9-85CA-9A7E32A8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289A4-3CD1-3B9B-60E5-1EA7D34F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E67D-C463-874C-7897-7F9476F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03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826C-6000-D523-9953-1DBF1600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7733-299D-4CD7-849D-A26AA009A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D0F2B-86AB-ADE8-AC8D-2ACEFD289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B5BC0-4007-4580-5C0A-4EC07724A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D08FB-CC45-E80A-C658-01F993EEF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1CA39-52F7-9989-ACF4-59C389EA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29BB6-73EF-EF19-89BC-3573CBC9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700E0-848A-7153-324D-F0E21E2C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66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4464-7378-AD99-D497-83B6D105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786CE-6965-2FD4-6F5E-DB28AD44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06382-9AD9-09D6-6750-0C789DB03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084D3-AECE-5D16-22C3-ACB7F796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2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EBDAC-E484-C8FA-E4E2-760AA74F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EA726-1AC2-A8D5-DFFA-C52653A0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45B97-1365-CD9D-F2EC-A0C0EA98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43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C6ED-682D-889F-BFAB-A2E50D95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C010-6832-B2F7-2F28-14E7D6E2A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453D9-C8CA-1E00-5DEA-0BF1DF3EA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00397-B3D0-9EE1-FE62-17BF1916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121FC-4D1D-0B21-A59F-480B258D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40C61-913A-907D-5689-D767CBF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26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CC6B-73B6-0DD3-6A63-05113DD4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EFFAE-E914-8005-0106-ECD3AA815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0E7B4-4052-05B7-5388-ED61D4BA8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3A294-4CF8-7E98-D523-96657E67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B2115-1D80-D243-0086-8BFE3E1E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4EC33-EE62-2FBC-B51D-55CB9C80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77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B462-8D01-71FA-D78A-E575C0D5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1A93D-BB6E-1417-634F-6202449A7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457DC-5DEF-CF11-2FB3-51454C07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5134E-9CF1-B990-18D3-A46A51AA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17BD1-5F87-1928-0C5D-32B5D225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98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FE388-AA9F-5896-8F47-EDC29762D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8DA2A-5EE1-91DF-4981-9AE05FABF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6FE1-51D2-70FB-0875-E6798AD3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05D3-0E4C-69CD-F478-61FA0C69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9A5E5-F811-D670-538B-4579B6B7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0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B033E-9BB0-DE63-E418-15B00970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90D42-880C-3699-DE69-F549A9FE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94EFF-D6A3-0F20-73D9-EBE7B249B6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A39F8-D2FB-4FB9-B6ED-9B89AEFCCBF1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F1CB7-3135-B8A7-2C64-307119AE4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AA5CA-5835-4B5E-22D3-359C699B1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A4672-9D43-436F-B838-9801FF045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5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1D58-BE58-923B-32E3-AB0730140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7499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Charts- Bar, Column, Pie, Line</a:t>
            </a:r>
          </a:p>
        </p:txBody>
      </p:sp>
    </p:spTree>
    <p:extLst>
      <p:ext uri="{BB962C8B-B14F-4D97-AF65-F5344CB8AC3E}">
        <p14:creationId xmlns:p14="http://schemas.microsoft.com/office/powerpoint/2010/main" val="137908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48DD-06C8-73AB-8A5B-88403778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D2DE-0C87-4A17-C2C5-29B3ACFD8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5" y="1484671"/>
            <a:ext cx="11572568" cy="463457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convert numbers into visuals so that information becomes easier to understand.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“Data tells a story.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help everyone understand that story quickly.”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will understand mainly four types of charts, which are bar, column, pie and line. </a:t>
            </a:r>
          </a:p>
        </p:txBody>
      </p:sp>
    </p:spTree>
    <p:extLst>
      <p:ext uri="{BB962C8B-B14F-4D97-AF65-F5344CB8AC3E}">
        <p14:creationId xmlns:p14="http://schemas.microsoft.com/office/powerpoint/2010/main" val="156710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1122-05FC-C719-F1B3-E43F1F53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5015E-1374-D7E1-3ED3-8C8361F4F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7" y="934064"/>
            <a:ext cx="11326761" cy="5771535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data where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rectangular bars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compare values between different categories.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each bar represents the value of that category.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sales of different products like Laptop, Mobile, Tablet.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employee based on sales or targets achieved.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sales across different cities or branches.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6A5FF8-3123-79B5-8E78-9543FDE5C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293070"/>
              </p:ext>
            </p:extLst>
          </p:nvPr>
        </p:nvGraphicFramePr>
        <p:xfrm>
          <a:off x="1828800" y="2336471"/>
          <a:ext cx="80362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2232">
                  <a:extLst>
                    <a:ext uri="{9D8B030D-6E8A-4147-A177-3AD203B41FA5}">
                      <a16:colId xmlns:a16="http://schemas.microsoft.com/office/drawing/2014/main" val="489705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39862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618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9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35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487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BA18F8-6598-77B9-5061-9CCAF882E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359549"/>
              </p:ext>
            </p:extLst>
          </p:nvPr>
        </p:nvGraphicFramePr>
        <p:xfrm>
          <a:off x="1598074" y="1357006"/>
          <a:ext cx="8995851" cy="3588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33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F152-A249-56F5-C901-6B93C4B60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0"/>
            <a:ext cx="10515600" cy="745920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81F87-D041-E61A-4284-0530D39CE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648929"/>
            <a:ext cx="11641394" cy="58439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compare different categories.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long category names.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shows the highest and lowest values.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for beginners.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showing trends over time.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 crowded with too many categories.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3-D bar charts can make comparisons difficult.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BAR CHART IN EXCEL</a:t>
            </a:r>
          </a:p>
          <a:p>
            <a:pPr marL="0" indent="0">
              <a:buNone/>
            </a:pPr>
            <a:r>
              <a:rPr lang="en-US" sz="24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data → Insert → Bar Chart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5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0634-DBEA-26E2-3C6E-DC9B540D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FCFD8-478C-712D-D830-7C97536E2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914400"/>
            <a:ext cx="11749549" cy="571254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Chart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data that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bars (columns)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compare values across different categories or time periods.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height of each column represents the value of the data, making it easy to compare and analyse information.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Monthly sales, yearly profit, quarterly revenue.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determine whether values are rising or falling over a period.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of different products or departments.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99555B-547A-DCC9-3BC0-0200F99FE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64643"/>
              </p:ext>
            </p:extLst>
          </p:nvPr>
        </p:nvGraphicFramePr>
        <p:xfrm>
          <a:off x="1530555" y="3993808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234349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77598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7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97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889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6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57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68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92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C21B95-43E6-1D08-1C61-F76FC3D5E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014226"/>
              </p:ext>
            </p:extLst>
          </p:nvPr>
        </p:nvGraphicFramePr>
        <p:xfrm>
          <a:off x="1288026" y="1668309"/>
          <a:ext cx="9298858" cy="2716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11344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86B2-7529-0015-1A20-407896B8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129151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5220-5AA2-FA4A-9D54-575AA9CDA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875071"/>
            <a:ext cx="11533239" cy="5853777"/>
          </a:xfrm>
        </p:spPr>
        <p:txBody>
          <a:bodyPr/>
          <a:lstStyle/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comparing values over time (months, years).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compare multiple categories.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business reports and dashboards.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create and interpret.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category names may overlap on the X-axis.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columns make the chart difficult to read.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showing percentage contributions.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COLUMN CHART IN EXCEL</a:t>
            </a:r>
          </a:p>
          <a:p>
            <a:pPr marL="0" indent="0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data → Insert → Column Chart.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4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BFC0-8568-21F1-2889-8E97C6E2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8"/>
            <a:ext cx="10515600" cy="647598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27642-51E3-234F-831E-1A471DA8E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806246"/>
            <a:ext cx="11503741" cy="5624051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circular chart divided into slices, where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slice represents a category's proportion or percentage of the total (100%)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viewers quickly understand how the whole is divided among different categories</a:t>
            </a:r>
            <a:r>
              <a:rPr lang="en-IN" dirty="0"/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Share: Samsung 40%, Apple 35%, Others 25%.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Company Budget: HR 20%, Marketing 30%, Operations 50%.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Sales: Pen 40%, Book 35%, Bag 25%.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1FBF54-32C2-F595-B4D9-A0BAD1A5B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559072"/>
              </p:ext>
            </p:extLst>
          </p:nvPr>
        </p:nvGraphicFramePr>
        <p:xfrm>
          <a:off x="1422400" y="3618271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01051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05205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17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08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Pencil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03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70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04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0377E5-A82E-844C-8008-03F503624B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2721313"/>
              </p:ext>
            </p:extLst>
          </p:nvPr>
        </p:nvGraphicFramePr>
        <p:xfrm>
          <a:off x="651387" y="1253331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0942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CA74-2CF2-11D9-4E09-11D9DD79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68326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EEF0-D9C3-28E7-A14F-00A5C1AEC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658763"/>
            <a:ext cx="11739716" cy="59288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shows parts of a whole (100%).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when there are few categories.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largest and smallest share quickly.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displaying percentages.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more than 5–6 categories.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compare slices of similar size.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show trends over time.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comparing exact values.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PIE CHART IN EXCEL</a:t>
            </a:r>
          </a:p>
          <a:p>
            <a:pPr marL="620713" fontAlgn="base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→ Insert → Pie Chart.</a:t>
            </a:r>
            <a:endParaRPr lang="en-US" sz="2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0713" fontAlgn="base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Data Labels → Show % of total.</a:t>
            </a:r>
            <a:br>
              <a:rPr lang="en-US" sz="2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66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5934-DCB6-CB56-BD33-3E9AA5EF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62793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52431-0C5F-DAC0-1164-665A960F0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757084"/>
            <a:ext cx="11818374" cy="586985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graphical representation of data in which individual data points are connected by straight lines.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display how values increase, decrease, or remain constant over a period of time.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Monthly sales, Yearly profit, Daily attendance, Businesses use line charts to predict future sales based on past trends.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288217-335E-699D-25EB-2516A791C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221812"/>
              </p:ext>
            </p:extLst>
          </p:nvPr>
        </p:nvGraphicFramePr>
        <p:xfrm>
          <a:off x="1786193" y="2981085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30713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518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98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965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25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31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5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871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47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D85638-DBD3-16C7-2A45-7585950A6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030065"/>
              </p:ext>
            </p:extLst>
          </p:nvPr>
        </p:nvGraphicFramePr>
        <p:xfrm>
          <a:off x="1258530" y="1510992"/>
          <a:ext cx="9456174" cy="340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649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4644-7F55-8FB1-B221-F00EB921C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815"/>
            <a:ext cx="10515600" cy="677095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90BDE-B959-15E6-BD0D-2420CCCB7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825910"/>
            <a:ext cx="11720051" cy="5761703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showing trends over time.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shows increases and decreases.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compare multiple data series on one chart.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for sales, stock prices, weather, and website traffic.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comparing unrelated categories.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lines make the chart confusing.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can make trends harder to interpret.</a:t>
            </a:r>
          </a:p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LINE GRAPH IN EXCEL</a:t>
            </a:r>
          </a:p>
          <a:p>
            <a:pPr marL="0" indent="0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data → Insert → Line Chart.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33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718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Charts- Bar, Column, Pie, Line</vt:lpstr>
      <vt:lpstr>INTRODUCTION</vt:lpstr>
      <vt:lpstr>BAR CHART</vt:lpstr>
      <vt:lpstr>PowerPoint Presentation</vt:lpstr>
      <vt:lpstr>ADVANTAGES AND DISADVANTAGES</vt:lpstr>
      <vt:lpstr>COLUMN CHART</vt:lpstr>
      <vt:lpstr>PowerPoint Presentation</vt:lpstr>
      <vt:lpstr>ADVANTAGE AND DISADVANTAGES</vt:lpstr>
      <vt:lpstr>PIE CHART</vt:lpstr>
      <vt:lpstr>PowerPoint Presentation</vt:lpstr>
      <vt:lpstr>ADVANTAGES AND DISADVANTAGES</vt:lpstr>
      <vt:lpstr>LINE CHART</vt:lpstr>
      <vt:lpstr>PowerPoint Presentation</vt:lpstr>
      <vt:lpstr>ADVANTAGES AND DISADVANTAGES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M</dc:creator>
  <cp:lastModifiedBy>Keerthi M</cp:lastModifiedBy>
  <cp:revision>1</cp:revision>
  <dcterms:created xsi:type="dcterms:W3CDTF">2026-07-27T15:15:05Z</dcterms:created>
  <dcterms:modified xsi:type="dcterms:W3CDTF">2026-07-28T06:12:28Z</dcterms:modified>
</cp:coreProperties>
</file>